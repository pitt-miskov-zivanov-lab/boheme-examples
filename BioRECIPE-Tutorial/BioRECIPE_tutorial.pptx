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86" r:id="rId3"/>
    <p:sldId id="294" r:id="rId4"/>
    <p:sldId id="292" r:id="rId5"/>
    <p:sldId id="291" r:id="rId6"/>
    <p:sldId id="290" r:id="rId7"/>
    <p:sldId id="289" r:id="rId8"/>
    <p:sldId id="288" r:id="rId9"/>
    <p:sldId id="28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828A6A-58EA-A44E-9963-FA5CDA867948}" type="datetimeFigureOut">
              <a:rPr lang="en-US" smtClean="0"/>
              <a:t>9/8/26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5B9630-AEF8-3149-BC68-FC8B288C41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4696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63FBF-20F2-DC8F-9AE7-5591704A9A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70DFE2-DB47-4760-D9C5-E4AF703FE2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C3944-838D-E27B-54D2-CCB33DDA6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9FC31-B4EA-A741-BB3C-80F8C145A9E4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D7209F-D81E-E71E-3878-9A13AB9E5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82C951-14F5-3283-AAFF-78A37ACD8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DC83E-8214-4244-9F32-188C4E7AD9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680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D5BD4-4DF4-0F64-B7BE-AD2E5634D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54E0BB-01C9-487A-AE6D-3D6D9AFEC1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21D11E-DFFB-5B4F-10A5-2A366C5464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9FC31-B4EA-A741-BB3C-80F8C145A9E4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9410A6-6333-DF3C-8712-AC23870FDC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410C1A-D5E2-E00A-4AAD-DB1CB5A0CF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DC83E-8214-4244-9F32-188C4E7AD9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419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F4533-59B2-2D20-FBE7-B6D47F6D4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B03CC6-B399-2A8C-2DB5-FE7144CEF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DEDC1-4722-5422-98B7-D729E16E58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9FC31-B4EA-A741-BB3C-80F8C145A9E4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5D5CCC-3D6D-540A-6990-130A6A525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C2B9A1-28AF-CBBB-40AE-DF359016C4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DC83E-8214-4244-9F32-188C4E7AD9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552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F5E2D7-9146-B19A-51EA-A219094817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F3FA13-536A-081B-E20F-B3EC20D6101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84EA06-A597-14F0-5F56-727E4A7259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95E901-7CD8-4B53-0BED-102D7F33A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9FC31-B4EA-A741-BB3C-80F8C145A9E4}" type="datetimeFigureOut">
              <a:rPr lang="en-US" smtClean="0"/>
              <a:t>9/8/26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406258-B2EF-7AED-CD70-88FCE0C8F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0832B1-50B7-B777-C590-B3EECDB84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DC83E-8214-4244-9F32-188C4E7AD9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01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DEA27-8B0F-4ADB-5BB0-8350A326F4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92EB52-F04A-D7FF-8663-6FDB80053E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8D0B7B-6B1B-25AA-E521-E802932027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D733B1-D2F6-251D-A6E6-944A4F1C75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00FEA9-7590-863C-BD91-832634D907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81672A-7813-6121-1EF7-27018F360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9FC31-B4EA-A741-BB3C-80F8C145A9E4}" type="datetimeFigureOut">
              <a:rPr lang="en-US" smtClean="0"/>
              <a:t>9/8/26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1FEA576-86A1-7809-FD81-23611C37B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BA3A241-CE20-A6C8-496B-DA163757B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DC83E-8214-4244-9F32-188C4E7AD9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5489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F5FEB-95BF-8C77-B0B7-596A08C65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079BB7-F6F9-BB2E-6922-5931A53BC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9FC31-B4EA-A741-BB3C-80F8C145A9E4}" type="datetimeFigureOut">
              <a:rPr lang="en-US" smtClean="0"/>
              <a:t>9/8/26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B81BB6-4EBC-2952-4384-3342F3E6A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FE63BC-F5E2-0005-45CC-8A0D0FAB1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DC83E-8214-4244-9F32-188C4E7AD9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498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7838FC0-B9BC-05AA-BADB-F993A4BC53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9FC31-B4EA-A741-BB3C-80F8C145A9E4}" type="datetimeFigureOut">
              <a:rPr lang="en-US" smtClean="0"/>
              <a:t>9/8/26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BF7B6E-8800-BBB9-1A49-B64906872F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8D6462-6891-65AC-5228-F672C22AC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DC83E-8214-4244-9F32-188C4E7AD9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7908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1D496-B345-F8B3-5313-A91B63B92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25040-8E07-E69E-9C91-7AEE1ABF8C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2BB7DB-A6F2-6419-355B-B7A934E51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D94112-2E87-D6B9-52EC-6A6C3F859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9FC31-B4EA-A741-BB3C-80F8C145A9E4}" type="datetimeFigureOut">
              <a:rPr lang="en-US" smtClean="0"/>
              <a:t>9/8/26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8816FA-086E-E7DA-2BFB-8FDB329A0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8AEDAA-A12E-EC61-D526-245603235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DC83E-8214-4244-9F32-188C4E7AD9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578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48DB3F-DBEF-96CC-7BEB-15BF49065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154972-DE73-E7BE-AA09-B2F49CE86C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92E451-9DE4-7710-B55C-1BA287C3D4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9489AE-8303-29D4-2C84-0E7CFA6EA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9FC31-B4EA-A741-BB3C-80F8C145A9E4}" type="datetimeFigureOut">
              <a:rPr lang="en-US" smtClean="0"/>
              <a:t>9/8/26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F22738-4FBC-7F35-B7DF-CEC58E538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286633-A12A-AC08-2B84-2D29772ED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DC83E-8214-4244-9F32-188C4E7AD9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522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B8AA8-7A9A-E0BD-A4D8-DB904C7B5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262344-611E-8088-2447-59519A0782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725183-1286-FCF1-1B87-4089B40F2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9FC31-B4EA-A741-BB3C-80F8C145A9E4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545608-C336-33B3-74BD-41BD7534B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483920-DFD5-CFD2-37C6-BAD86D4204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DC83E-8214-4244-9F32-188C4E7AD9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2549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6A81E8-2633-633E-60AC-6E80D5DF0F3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80E63F-74CB-EBF8-E5BF-46C075D75D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AA0C23-50E4-603D-2244-E20CAF13A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9FC31-B4EA-A741-BB3C-80F8C145A9E4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CF4904-1D37-4D27-C1A7-9C0403A93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30C31D-B767-10F1-F925-2211E81BB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7DC83E-8214-4244-9F32-188C4E7AD9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582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15F79E5-87BE-1DC1-31D2-531377978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27216E-68C7-38F4-8949-D272121B4F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FAF432-98E4-0B1A-F9E1-C22C16546B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29FC31-B4EA-A741-BB3C-80F8C145A9E4}" type="datetimeFigureOut">
              <a:rPr lang="en-US" smtClean="0"/>
              <a:t>9/8/26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C787BC-6D4D-CB36-A0B4-02F0FCB71B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3DA27A-4F2D-11BA-76F8-86F5D8ABA4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7DC83E-8214-4244-9F32-188C4E7AD9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376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14576-B1DA-6658-58D7-D2D4BB50A80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BioRECIPE 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512FC0-3BC3-55B2-EF39-A9FC3A1700F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Tutorial</a:t>
            </a:r>
          </a:p>
        </p:txBody>
      </p:sp>
    </p:spTree>
    <p:extLst>
      <p:ext uri="{BB962C8B-B14F-4D97-AF65-F5344CB8AC3E}">
        <p14:creationId xmlns:p14="http://schemas.microsoft.com/office/powerpoint/2010/main" val="25587898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10BB10B-1A7E-C949-EBC9-DC9EE8DC07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4517" y="643466"/>
            <a:ext cx="8842966" cy="5571067"/>
          </a:xfrm>
          <a:prstGeom prst="rect">
            <a:avLst/>
          </a:prstGeom>
        </p:spPr>
      </p:pic>
      <p:pic>
        <p:nvPicPr>
          <p:cNvPr id="22" name="Graphic 21" descr="Cursor with solid fill">
            <a:extLst>
              <a:ext uri="{FF2B5EF4-FFF2-40B4-BE49-F238E27FC236}">
                <a16:creationId xmlns:a16="http://schemas.microsoft.com/office/drawing/2014/main" id="{E90DD271-C226-744E-1014-3FBAEC5F8CF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437273">
            <a:off x="6029680" y="2362899"/>
            <a:ext cx="1250995" cy="1250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5833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D004C8F-8A05-B764-3B95-0F12197969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4517" y="643466"/>
            <a:ext cx="8842966" cy="5571067"/>
          </a:xfrm>
          <a:prstGeom prst="rect">
            <a:avLst/>
          </a:prstGeom>
        </p:spPr>
      </p:pic>
      <p:pic>
        <p:nvPicPr>
          <p:cNvPr id="5" name="Graphic 4" descr="Cursor with solid fill">
            <a:extLst>
              <a:ext uri="{FF2B5EF4-FFF2-40B4-BE49-F238E27FC236}">
                <a16:creationId xmlns:a16="http://schemas.microsoft.com/office/drawing/2014/main" id="{ED5FE82B-ED4B-5460-9AD3-B573650814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111941">
            <a:off x="2841638" y="1127223"/>
            <a:ext cx="1250995" cy="1250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1083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69D2033-D797-357A-8F12-7FC7E3ABDC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4517" y="643466"/>
            <a:ext cx="8842966" cy="5571067"/>
          </a:xfrm>
          <a:prstGeom prst="rect">
            <a:avLst/>
          </a:prstGeom>
        </p:spPr>
      </p:pic>
      <p:pic>
        <p:nvPicPr>
          <p:cNvPr id="5" name="Graphic 4" descr="Cursor with solid fill">
            <a:extLst>
              <a:ext uri="{FF2B5EF4-FFF2-40B4-BE49-F238E27FC236}">
                <a16:creationId xmlns:a16="http://schemas.microsoft.com/office/drawing/2014/main" id="{4EF56EF8-E5EB-FB9A-A8AA-A4830FFC5C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274850">
            <a:off x="2841637" y="1287861"/>
            <a:ext cx="1250995" cy="1250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00915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DB7641D-604C-4C6D-7E75-8B58DF08E2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4517" y="643466"/>
            <a:ext cx="8842966" cy="5571067"/>
          </a:xfrm>
          <a:prstGeom prst="rect">
            <a:avLst/>
          </a:prstGeom>
        </p:spPr>
      </p:pic>
      <p:pic>
        <p:nvPicPr>
          <p:cNvPr id="5" name="Graphic 4" descr="Cursor with solid fill">
            <a:extLst>
              <a:ext uri="{FF2B5EF4-FFF2-40B4-BE49-F238E27FC236}">
                <a16:creationId xmlns:a16="http://schemas.microsoft.com/office/drawing/2014/main" id="{85A14544-BA1A-24B1-18BD-475BBA1524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6553912">
            <a:off x="7598989" y="1238435"/>
            <a:ext cx="1250995" cy="1250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5270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BC5AF47-E2D5-6DED-7661-2361E9C108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4517" y="643466"/>
            <a:ext cx="8842966" cy="5571067"/>
          </a:xfrm>
          <a:prstGeom prst="rect">
            <a:avLst/>
          </a:prstGeom>
        </p:spPr>
      </p:pic>
      <p:pic>
        <p:nvPicPr>
          <p:cNvPr id="5" name="Graphic 4" descr="Cursor with solid fill">
            <a:extLst>
              <a:ext uri="{FF2B5EF4-FFF2-40B4-BE49-F238E27FC236}">
                <a16:creationId xmlns:a16="http://schemas.microsoft.com/office/drawing/2014/main" id="{9C4EC866-FC5C-6722-69EB-9C7DBE7D88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361624">
            <a:off x="8216826" y="3895136"/>
            <a:ext cx="1250995" cy="1250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6595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0395826-6D1B-3593-EAD7-BF2C1BF123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4517" y="643466"/>
            <a:ext cx="8842966" cy="5571067"/>
          </a:xfrm>
          <a:prstGeom prst="rect">
            <a:avLst/>
          </a:prstGeom>
        </p:spPr>
      </p:pic>
      <p:pic>
        <p:nvPicPr>
          <p:cNvPr id="6" name="Graphic 5" descr="Cursor with solid fill">
            <a:extLst>
              <a:ext uri="{FF2B5EF4-FFF2-40B4-BE49-F238E27FC236}">
                <a16:creationId xmlns:a16="http://schemas.microsoft.com/office/drawing/2014/main" id="{7E582E04-E755-D37D-B230-91858FA4F8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1180724">
            <a:off x="2779855" y="2362898"/>
            <a:ext cx="1250995" cy="1250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32265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6B3E06C-3725-F3CD-67D4-E6897260D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4517" y="643466"/>
            <a:ext cx="8842966" cy="5571067"/>
          </a:xfrm>
          <a:prstGeom prst="rect">
            <a:avLst/>
          </a:prstGeom>
        </p:spPr>
      </p:pic>
      <p:pic>
        <p:nvPicPr>
          <p:cNvPr id="5" name="Graphic 4" descr="Cursor with solid fill">
            <a:extLst>
              <a:ext uri="{FF2B5EF4-FFF2-40B4-BE49-F238E27FC236}">
                <a16:creationId xmlns:a16="http://schemas.microsoft.com/office/drawing/2014/main" id="{1DAB1852-0F0C-80CE-8A78-D4614A093C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6553912">
            <a:off x="7982049" y="1633850"/>
            <a:ext cx="1250995" cy="1250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8111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81969F6-EF17-7EA5-ADDA-1FE3F31FEE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4517" y="643466"/>
            <a:ext cx="8842966" cy="5571067"/>
          </a:xfrm>
          <a:prstGeom prst="rect">
            <a:avLst/>
          </a:prstGeom>
        </p:spPr>
      </p:pic>
      <p:pic>
        <p:nvPicPr>
          <p:cNvPr id="6" name="Graphic 5" descr="Cursor with solid fill">
            <a:extLst>
              <a:ext uri="{FF2B5EF4-FFF2-40B4-BE49-F238E27FC236}">
                <a16:creationId xmlns:a16="http://schemas.microsoft.com/office/drawing/2014/main" id="{2264B81C-6FA1-7304-EDE3-90DCD20A2F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0838429">
            <a:off x="2804567" y="3005450"/>
            <a:ext cx="1250995" cy="1250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9419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2</Words>
  <Application>Microsoft Macintosh PowerPoint</Application>
  <PresentationFormat>Widescreen</PresentationFormat>
  <Paragraphs>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BioRECIPE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Arazkhani, Niloofar</dc:creator>
  <cp:lastModifiedBy>Arazkhani, Niloofar</cp:lastModifiedBy>
  <cp:revision>2</cp:revision>
  <dcterms:created xsi:type="dcterms:W3CDTF">2026-09-07T19:01:40Z</dcterms:created>
  <dcterms:modified xsi:type="dcterms:W3CDTF">2026-09-08T11:58:10Z</dcterms:modified>
</cp:coreProperties>
</file>